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0" r:id="rId2"/>
    <p:sldId id="257" r:id="rId3"/>
    <p:sldId id="256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3BC3"/>
    <a:srgbClr val="FF99FF"/>
    <a:srgbClr val="AE7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FB97C4-FC20-47FB-8415-E96E0DBBF166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BD004-E023-4D3A-B326-0AB853A10E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93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Executive Strategy – Owner is Jim B (CEO).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4023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Operations Strategy – Owner is Matthew B (COO).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2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Technology Strategy – Owner is Simon S (CTO).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768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Commercial Strategy – Owner is Beverley H (CCO).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188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Culture Strategy – Owner is Michael Sinyangwe (CHRO).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955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Time Strategy – Owner is Peter W (Just a genuinely nice guy... Who happens to apparently be an atheist... and possibly a weed-head).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3BD004-E023-4D3A-B326-0AB853A10E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502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2790-524A-42D1-8993-107D91056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6E49B-98C4-4EDB-B591-CF5B9CB02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F4454-C089-42F0-817E-1ECFE076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749BF-14A8-46DD-BC6B-762468BA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76EE2-894D-4489-8964-578805FC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1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969B-13B6-4EA4-A753-3C675DF54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2D16D-93F8-41D0-94EB-8573E78B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AD22B-D3E9-4B40-9DCF-87A2C435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F048-2E50-424A-B223-96F2930A7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133C0-DCEA-4C20-8137-0E88AAE9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78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2A1CF-352E-49D1-9965-F918C749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B4A7E-95A0-414F-8DAE-7A338E2E0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6331B-FCE3-4748-BD85-FF6538EF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4782-DAC2-4B94-B228-D515796D9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78A68-4765-47E6-9808-A1CCBD88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4624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E5CE-3DD6-4243-93C8-DBD630AF9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734C2-9DDB-4835-AD3E-C75BF8DB9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C6BC6-7E55-4A3C-9D3B-4A50BB1E2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54417-4B00-4C69-A184-1C399C42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69B5B-DF87-4460-A365-0091DF8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6812BA-73F7-41C3-910C-CE9C7473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960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1D78A-1B9D-42F8-9849-B3D7163D9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6F620-11B3-4BDE-9815-69545F59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C5C70-F07F-4D89-9C0C-8AFFC45E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DB0A0A-518A-4B38-AEDB-51908F4C8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ECC53-E372-49B6-923A-DD2414265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FF382C-7467-40C0-B102-0449809EB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BEFCC-98DB-486C-ACF1-105CADEF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25458-A2EF-4F25-AED9-56CC882EA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12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7E611-5AB8-4144-9731-7C93CD35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B87781-F43E-43A8-8EE8-6688E7CB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3DDB46-1A3B-44DF-B7ED-5EB5618AB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3EFA6D-93DD-4F3A-A94A-A909B5EC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3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9AC8-9C7F-4D65-AD55-C06CD8BA8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121310-1A39-4EC5-87AD-CD66DF1AB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87AF0-3000-48B5-A882-1F2EE4F45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886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A7A1E-B77F-46A7-88DE-26B34B143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E549C-98FD-46A3-8044-A203F7FE4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15D47C-99EF-4E47-88E1-34C36CD7D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BEB36-F826-4BF2-9DDF-540C05B2C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F9B90-2FB0-488E-94F5-B154DC28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20C7C-1280-4748-92AA-257A468D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221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7786-4467-45F5-B19B-F7F7E3F9D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DB4CB-465E-40EC-A22F-399D7FB3CD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2609D-6C49-47F6-B8FE-8C4525B21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0C624-412A-460F-8E72-186EBA07E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8F755-0764-45C6-A104-A51C4CC4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22ABD-7899-443A-A8D7-32776CB44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287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9498-0B8C-4AB7-A6F4-FD7DDF7A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8E9A7-9164-4043-9CEB-D59E00D12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1A6B5-17CB-43BE-BE95-206200234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6D86E-2996-4530-93DA-060738FD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83487-B491-46FB-9477-18147CE1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2069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67A072-4C71-42E2-8F55-7E2792E58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4D253F-A265-47BF-BB25-1D1692CD3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C211B-6356-4932-AC9B-4683677DA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8D9D-BC39-4114-B35B-05D05645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0DECC-9C17-49EC-B525-B87B1B4C3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05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14999-BDBB-4209-B955-8BB411DC4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FEE1-0586-4B73-8299-F80903799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18963-4713-4589-B166-695341D4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A8116-18AF-459D-9FC2-11B768F802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8F6DE-8341-4CDC-97F7-1B92B2BA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B94CB-7EAB-4BFB-80C1-D5E9E0B9D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B14FF-108F-499E-AA36-7579D1944B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25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iley Face 3">
            <a:extLst>
              <a:ext uri="{FF2B5EF4-FFF2-40B4-BE49-F238E27FC236}">
                <a16:creationId xmlns:a16="http://schemas.microsoft.com/office/drawing/2014/main" id="{5B78D5D8-AD39-45C4-8B40-E5878EF275CF}"/>
              </a:ext>
            </a:extLst>
          </p:cNvPr>
          <p:cNvSpPr/>
          <p:nvPr/>
        </p:nvSpPr>
        <p:spPr>
          <a:xfrm>
            <a:off x="4074160" y="1690688"/>
            <a:ext cx="4043680" cy="3738880"/>
          </a:xfrm>
          <a:prstGeom prst="smileyFac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Lightning Bolt 4">
            <a:extLst>
              <a:ext uri="{FF2B5EF4-FFF2-40B4-BE49-F238E27FC236}">
                <a16:creationId xmlns:a16="http://schemas.microsoft.com/office/drawing/2014/main" id="{AB15A253-EFDC-4A59-B28B-0C2FEC1C76A4}"/>
              </a:ext>
            </a:extLst>
          </p:cNvPr>
          <p:cNvSpPr/>
          <p:nvPr/>
        </p:nvSpPr>
        <p:spPr>
          <a:xfrm>
            <a:off x="1259840" y="1690689"/>
            <a:ext cx="2072640" cy="3738880"/>
          </a:xfrm>
          <a:prstGeom prst="lightningBol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74CA7-E1F4-4138-B46F-D243EA05F011}"/>
              </a:ext>
            </a:extLst>
          </p:cNvPr>
          <p:cNvSpPr txBox="1"/>
          <p:nvPr/>
        </p:nvSpPr>
        <p:spPr>
          <a:xfrm>
            <a:off x="8528020" y="1659305"/>
            <a:ext cx="283464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900" dirty="0">
                <a:solidFill>
                  <a:srgbClr val="FF99FF"/>
                </a:solidFill>
              </a:rPr>
              <a:t>$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F34E8E-A10D-42A9-B966-2FE9CB7B1CC4}"/>
              </a:ext>
            </a:extLst>
          </p:cNvPr>
          <p:cNvSpPr txBox="1"/>
          <p:nvPr/>
        </p:nvSpPr>
        <p:spPr>
          <a:xfrm>
            <a:off x="120904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Energy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E2F63-7449-4DA4-9BDC-DD4FCEFDF48A}"/>
              </a:ext>
            </a:extLst>
          </p:cNvPr>
          <p:cNvSpPr txBox="1"/>
          <p:nvPr/>
        </p:nvSpPr>
        <p:spPr>
          <a:xfrm>
            <a:off x="500888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Anointing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F0A458-FA55-4C24-947E-354E0123B1BC}"/>
              </a:ext>
            </a:extLst>
          </p:cNvPr>
          <p:cNvSpPr txBox="1"/>
          <p:nvPr/>
        </p:nvSpPr>
        <p:spPr>
          <a:xfrm>
            <a:off x="8858220" y="1139706"/>
            <a:ext cx="2174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4067971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4E7309-6DD4-4783-98A0-06179F995C47}"/>
              </a:ext>
            </a:extLst>
          </p:cNvPr>
          <p:cNvSpPr txBox="1"/>
          <p:nvPr/>
        </p:nvSpPr>
        <p:spPr>
          <a:xfrm>
            <a:off x="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Milestones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EC6B0-EABF-4E41-90CE-61255F810590}"/>
              </a:ext>
            </a:extLst>
          </p:cNvPr>
          <p:cNvSpPr txBox="1"/>
          <p:nvPr/>
        </p:nvSpPr>
        <p:spPr>
          <a:xfrm>
            <a:off x="449072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Goals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10F9C0-4F26-44A5-8B99-C121BCF9391E}"/>
              </a:ext>
            </a:extLst>
          </p:cNvPr>
          <p:cNvSpPr txBox="1"/>
          <p:nvPr/>
        </p:nvSpPr>
        <p:spPr>
          <a:xfrm>
            <a:off x="8981440" y="0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/>
              <a:t>Phases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FE62-D394-45EA-ADF1-A723AEC9B5E0}"/>
              </a:ext>
            </a:extLst>
          </p:cNvPr>
          <p:cNvSpPr txBox="1"/>
          <p:nvPr/>
        </p:nvSpPr>
        <p:spPr>
          <a:xfrm>
            <a:off x="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Commercial Plan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CF56D-E799-4A4C-B4DD-A643855741C2}"/>
              </a:ext>
            </a:extLst>
          </p:cNvPr>
          <p:cNvSpPr txBox="1"/>
          <p:nvPr/>
        </p:nvSpPr>
        <p:spPr>
          <a:xfrm>
            <a:off x="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HR Plan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CA9F7F-4C27-4BD9-8E62-E7A5DB0F16B1}"/>
              </a:ext>
            </a:extLst>
          </p:cNvPr>
          <p:cNvSpPr txBox="1"/>
          <p:nvPr/>
        </p:nvSpPr>
        <p:spPr>
          <a:xfrm>
            <a:off x="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Integration Plan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A2876-BE0C-4FDE-B869-67CEA1CA3D9D}"/>
              </a:ext>
            </a:extLst>
          </p:cNvPr>
          <p:cNvSpPr txBox="1"/>
          <p:nvPr/>
        </p:nvSpPr>
        <p:spPr>
          <a:xfrm>
            <a:off x="0" y="147732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Cash Flow Plan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04A77C-98FC-426E-81A9-E9931A493521}"/>
              </a:ext>
            </a:extLst>
          </p:cNvPr>
          <p:cNvSpPr txBox="1"/>
          <p:nvPr/>
        </p:nvSpPr>
        <p:spPr>
          <a:xfrm>
            <a:off x="0" y="184666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Core Software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799BD-AAB1-4EEA-A85B-573D4797FB5D}"/>
              </a:ext>
            </a:extLst>
          </p:cNvPr>
          <p:cNvSpPr txBox="1"/>
          <p:nvPr/>
        </p:nvSpPr>
        <p:spPr>
          <a:xfrm>
            <a:off x="0" y="221599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Infrastructure 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F7D1C-447B-4B40-9712-6ECB2D35D931}"/>
              </a:ext>
            </a:extLst>
          </p:cNvPr>
          <p:cNvSpPr txBox="1"/>
          <p:nvPr/>
        </p:nvSpPr>
        <p:spPr>
          <a:xfrm>
            <a:off x="0" y="258532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Design Blueprints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F26D0-7D65-4B7A-8A85-8E7639130692}"/>
              </a:ext>
            </a:extLst>
          </p:cNvPr>
          <p:cNvSpPr txBox="1"/>
          <p:nvPr/>
        </p:nvSpPr>
        <p:spPr>
          <a:xfrm>
            <a:off x="0" y="295465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Produce Collateral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95F2F3-2396-4FA1-8A31-7316F582DDA3}"/>
              </a:ext>
            </a:extLst>
          </p:cNvPr>
          <p:cNvSpPr txBox="1"/>
          <p:nvPr/>
        </p:nvSpPr>
        <p:spPr>
          <a:xfrm>
            <a:off x="0" y="332398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Deliver Increments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1E2601-B174-4190-A08A-82DB94AAE7F0}"/>
              </a:ext>
            </a:extLst>
          </p:cNvPr>
          <p:cNvSpPr txBox="1"/>
          <p:nvPr/>
        </p:nvSpPr>
        <p:spPr>
          <a:xfrm>
            <a:off x="0" y="369332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Support Engagements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17615C-6FB7-47D8-9D6B-443481A07DDC}"/>
              </a:ext>
            </a:extLst>
          </p:cNvPr>
          <p:cNvSpPr txBox="1"/>
          <p:nvPr/>
        </p:nvSpPr>
        <p:spPr>
          <a:xfrm>
            <a:off x="0" y="406265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Client Centres of Excellence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F8033-D59D-40F2-9F76-7C1A4A022F8E}"/>
              </a:ext>
            </a:extLst>
          </p:cNvPr>
          <p:cNvSpPr txBox="1"/>
          <p:nvPr/>
        </p:nvSpPr>
        <p:spPr>
          <a:xfrm>
            <a:off x="0" y="470389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Learnings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BF0A1D-1296-4E37-862F-7F509DC69E7E}"/>
              </a:ext>
            </a:extLst>
          </p:cNvPr>
          <p:cNvSpPr txBox="1"/>
          <p:nvPr/>
        </p:nvSpPr>
        <p:spPr>
          <a:xfrm>
            <a:off x="0" y="507322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Feedback Core Requirements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B611CD-4609-4538-A163-A9C894DB0B51}"/>
              </a:ext>
            </a:extLst>
          </p:cNvPr>
          <p:cNvSpPr txBox="1"/>
          <p:nvPr/>
        </p:nvSpPr>
        <p:spPr>
          <a:xfrm>
            <a:off x="0" y="5437469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Threats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9B0E57-F182-45F6-B3C5-FB19662FBFA0}"/>
              </a:ext>
            </a:extLst>
          </p:cNvPr>
          <p:cNvSpPr txBox="1"/>
          <p:nvPr/>
        </p:nvSpPr>
        <p:spPr>
          <a:xfrm>
            <a:off x="0" y="575000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Dependencies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229318-2A06-41FC-AEFE-BCCA77986A74}"/>
              </a:ext>
            </a:extLst>
          </p:cNvPr>
          <p:cNvSpPr txBox="1"/>
          <p:nvPr/>
        </p:nvSpPr>
        <p:spPr>
          <a:xfrm>
            <a:off x="0" y="6114247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</a:t>
            </a:r>
            <a:r>
              <a:rPr lang="en-GB" dirty="0" err="1"/>
              <a:t>Unfamiliarities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17B58A-C5D2-48B8-AAC9-A57F64CF1662}"/>
              </a:ext>
            </a:extLst>
          </p:cNvPr>
          <p:cNvSpPr txBox="1"/>
          <p:nvPr/>
        </p:nvSpPr>
        <p:spPr>
          <a:xfrm>
            <a:off x="0" y="648866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 Deficiencies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60A00-3E21-4CD6-A53A-08A83EB51EFF}"/>
              </a:ext>
            </a:extLst>
          </p:cNvPr>
          <p:cNvSpPr txBox="1"/>
          <p:nvPr/>
        </p:nvSpPr>
        <p:spPr>
          <a:xfrm>
            <a:off x="4490720" y="369332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Acquire the Necessary Resources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97FFB1-07A5-4DE4-9115-7C64F3433BC9}"/>
              </a:ext>
            </a:extLst>
          </p:cNvPr>
          <p:cNvSpPr txBox="1"/>
          <p:nvPr/>
        </p:nvSpPr>
        <p:spPr>
          <a:xfrm>
            <a:off x="4490720" y="1107996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Develop the Necessary Competencies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0A5C1A-4151-4699-BAE7-9C407F9E561D}"/>
              </a:ext>
            </a:extLst>
          </p:cNvPr>
          <p:cNvSpPr txBox="1"/>
          <p:nvPr/>
        </p:nvSpPr>
        <p:spPr>
          <a:xfrm>
            <a:off x="4490720" y="1754327"/>
            <a:ext cx="321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Engage the Most Impactful and Profitable Clients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ED69F4-BCC8-466F-8281-0652008B2D9E}"/>
              </a:ext>
            </a:extLst>
          </p:cNvPr>
          <p:cNvSpPr txBox="1"/>
          <p:nvPr/>
        </p:nvSpPr>
        <p:spPr>
          <a:xfrm>
            <a:off x="4490720" y="2769990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Assure Business Success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D731A-A90A-4086-8087-5AF7D0868B33}"/>
              </a:ext>
            </a:extLst>
          </p:cNvPr>
          <p:cNvSpPr txBox="1"/>
          <p:nvPr/>
        </p:nvSpPr>
        <p:spPr>
          <a:xfrm>
            <a:off x="4490720" y="313932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Govern Flawlessly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3983E1-00A2-43D9-AFED-504CA4950D96}"/>
              </a:ext>
            </a:extLst>
          </p:cNvPr>
          <p:cNvSpPr txBox="1"/>
          <p:nvPr/>
        </p:nvSpPr>
        <p:spPr>
          <a:xfrm>
            <a:off x="8981440" y="369332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7901FA-8F36-4F94-9AA8-00C2BCD20C02}"/>
              </a:ext>
            </a:extLst>
          </p:cNvPr>
          <p:cNvSpPr txBox="1"/>
          <p:nvPr/>
        </p:nvSpPr>
        <p:spPr>
          <a:xfrm>
            <a:off x="8981440" y="738664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Execute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5CAB0-066E-4D14-ACC4-A846A21E11B0}"/>
              </a:ext>
            </a:extLst>
          </p:cNvPr>
          <p:cNvSpPr txBox="1"/>
          <p:nvPr/>
        </p:nvSpPr>
        <p:spPr>
          <a:xfrm>
            <a:off x="8981440" y="1107996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Manage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C46B92-25B9-45C9-9F98-725F6D599D42}"/>
              </a:ext>
            </a:extLst>
          </p:cNvPr>
          <p:cNvSpPr txBox="1"/>
          <p:nvPr/>
        </p:nvSpPr>
        <p:spPr>
          <a:xfrm>
            <a:off x="4490720" y="2400658"/>
            <a:ext cx="321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Maintain Client Relationships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A58DA8-983E-4614-A885-E979946CE863}"/>
              </a:ext>
            </a:extLst>
          </p:cNvPr>
          <p:cNvCxnSpPr>
            <a:stCxn id="6" idx="3"/>
            <a:endCxn id="24" idx="1"/>
          </p:cNvCxnSpPr>
          <p:nvPr/>
        </p:nvCxnSpPr>
        <p:spPr>
          <a:xfrm>
            <a:off x="3210560" y="923330"/>
            <a:ext cx="1280160" cy="507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1E080F-61FB-4D3C-B6F6-51D3EBD5CA34}"/>
              </a:ext>
            </a:extLst>
          </p:cNvPr>
          <p:cNvCxnSpPr>
            <a:stCxn id="7" idx="3"/>
            <a:endCxn id="24" idx="1"/>
          </p:cNvCxnSpPr>
          <p:nvPr/>
        </p:nvCxnSpPr>
        <p:spPr>
          <a:xfrm>
            <a:off x="3210560" y="1292662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84BB7D0-9371-40AE-9754-3149AB52AC46}"/>
              </a:ext>
            </a:extLst>
          </p:cNvPr>
          <p:cNvCxnSpPr>
            <a:stCxn id="8" idx="3"/>
            <a:endCxn id="23" idx="1"/>
          </p:cNvCxnSpPr>
          <p:nvPr/>
        </p:nvCxnSpPr>
        <p:spPr>
          <a:xfrm flipV="1">
            <a:off x="3210560" y="692498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579DA72-1246-40E3-8154-97E99DCAE76A}"/>
              </a:ext>
            </a:extLst>
          </p:cNvPr>
          <p:cNvCxnSpPr>
            <a:stCxn id="5" idx="3"/>
            <a:endCxn id="23" idx="1"/>
          </p:cNvCxnSpPr>
          <p:nvPr/>
        </p:nvCxnSpPr>
        <p:spPr>
          <a:xfrm>
            <a:off x="321056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0D5D008-1801-43C7-BF85-7005057FB836}"/>
              </a:ext>
            </a:extLst>
          </p:cNvPr>
          <p:cNvCxnSpPr>
            <a:stCxn id="9" idx="3"/>
            <a:endCxn id="23" idx="1"/>
          </p:cNvCxnSpPr>
          <p:nvPr/>
        </p:nvCxnSpPr>
        <p:spPr>
          <a:xfrm flipV="1">
            <a:off x="3210560" y="692498"/>
            <a:ext cx="1280160" cy="1338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172132D-7791-499D-BEDF-8E32CA6D0AF5}"/>
              </a:ext>
            </a:extLst>
          </p:cNvPr>
          <p:cNvCxnSpPr>
            <a:stCxn id="10" idx="3"/>
            <a:endCxn id="24" idx="1"/>
          </p:cNvCxnSpPr>
          <p:nvPr/>
        </p:nvCxnSpPr>
        <p:spPr>
          <a:xfrm flipV="1">
            <a:off x="3210560" y="1431162"/>
            <a:ext cx="1280160" cy="969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1FBE63D-8088-43BC-8BEA-DE4DFC32B4C7}"/>
              </a:ext>
            </a:extLst>
          </p:cNvPr>
          <p:cNvCxnSpPr>
            <a:stCxn id="11" idx="3"/>
            <a:endCxn id="25" idx="1"/>
          </p:cNvCxnSpPr>
          <p:nvPr/>
        </p:nvCxnSpPr>
        <p:spPr>
          <a:xfrm flipV="1">
            <a:off x="3210560" y="2077493"/>
            <a:ext cx="1280160" cy="692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2D15E23-B8C6-473C-B227-C8E7059DEA5C}"/>
              </a:ext>
            </a:extLst>
          </p:cNvPr>
          <p:cNvCxnSpPr>
            <a:stCxn id="12" idx="3"/>
            <a:endCxn id="25" idx="1"/>
          </p:cNvCxnSpPr>
          <p:nvPr/>
        </p:nvCxnSpPr>
        <p:spPr>
          <a:xfrm flipV="1">
            <a:off x="3210560" y="2077493"/>
            <a:ext cx="1280160" cy="1061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640B60-EC8B-478F-A334-FC14012E1356}"/>
              </a:ext>
            </a:extLst>
          </p:cNvPr>
          <p:cNvCxnSpPr>
            <a:stCxn id="13" idx="3"/>
            <a:endCxn id="25" idx="1"/>
          </p:cNvCxnSpPr>
          <p:nvPr/>
        </p:nvCxnSpPr>
        <p:spPr>
          <a:xfrm flipV="1">
            <a:off x="3210560" y="2077493"/>
            <a:ext cx="1280160" cy="1431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D0843FF-2669-4C05-ADB3-404719AA2173}"/>
              </a:ext>
            </a:extLst>
          </p:cNvPr>
          <p:cNvCxnSpPr>
            <a:stCxn id="15" idx="3"/>
            <a:endCxn id="31" idx="1"/>
          </p:cNvCxnSpPr>
          <p:nvPr/>
        </p:nvCxnSpPr>
        <p:spPr>
          <a:xfrm flipV="1">
            <a:off x="3210560" y="2585324"/>
            <a:ext cx="1280160" cy="1800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7204DF0-C501-4879-833C-4FCACEBF54C5}"/>
              </a:ext>
            </a:extLst>
          </p:cNvPr>
          <p:cNvCxnSpPr>
            <a:stCxn id="17" idx="3"/>
            <a:endCxn id="26" idx="1"/>
          </p:cNvCxnSpPr>
          <p:nvPr/>
        </p:nvCxnSpPr>
        <p:spPr>
          <a:xfrm flipV="1">
            <a:off x="3210560" y="2954656"/>
            <a:ext cx="1280160" cy="1933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CB6B775-6E96-4D50-ADCF-570EBFFCA2ED}"/>
              </a:ext>
            </a:extLst>
          </p:cNvPr>
          <p:cNvCxnSpPr>
            <a:stCxn id="17" idx="3"/>
            <a:endCxn id="31" idx="1"/>
          </p:cNvCxnSpPr>
          <p:nvPr/>
        </p:nvCxnSpPr>
        <p:spPr>
          <a:xfrm flipV="1">
            <a:off x="3210560" y="2585324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AC1F119-71E3-4766-94E2-38AE5402AF10}"/>
              </a:ext>
            </a:extLst>
          </p:cNvPr>
          <p:cNvCxnSpPr>
            <a:stCxn id="18" idx="3"/>
            <a:endCxn id="26" idx="1"/>
          </p:cNvCxnSpPr>
          <p:nvPr/>
        </p:nvCxnSpPr>
        <p:spPr>
          <a:xfrm flipV="1">
            <a:off x="3210560" y="2954656"/>
            <a:ext cx="1280160" cy="2303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68C74FC-4C02-46A0-B6F1-54459275E41B}"/>
              </a:ext>
            </a:extLst>
          </p:cNvPr>
          <p:cNvCxnSpPr>
            <a:stCxn id="19" idx="3"/>
            <a:endCxn id="27" idx="1"/>
          </p:cNvCxnSpPr>
          <p:nvPr/>
        </p:nvCxnSpPr>
        <p:spPr>
          <a:xfrm flipV="1">
            <a:off x="3210560" y="3323988"/>
            <a:ext cx="1280160" cy="2298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F8EDF3-6A3F-461C-A030-94BD4DD6FBD9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3210560" y="3323988"/>
            <a:ext cx="1280160" cy="26106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0C5AF35-6478-478F-A622-71E74D773E90}"/>
              </a:ext>
            </a:extLst>
          </p:cNvPr>
          <p:cNvCxnSpPr>
            <a:stCxn id="21" idx="3"/>
            <a:endCxn id="27" idx="1"/>
          </p:cNvCxnSpPr>
          <p:nvPr/>
        </p:nvCxnSpPr>
        <p:spPr>
          <a:xfrm flipV="1">
            <a:off x="3210560" y="3323988"/>
            <a:ext cx="1280160" cy="2974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0E26EC3-FD63-4478-A19D-2FD1D463E492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 flipV="1">
            <a:off x="3210560" y="3323988"/>
            <a:ext cx="1280160" cy="334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026E99F-92E1-4821-8B6C-23C3572F0C74}"/>
              </a:ext>
            </a:extLst>
          </p:cNvPr>
          <p:cNvCxnSpPr>
            <a:stCxn id="23" idx="3"/>
            <a:endCxn id="28" idx="1"/>
          </p:cNvCxnSpPr>
          <p:nvPr/>
        </p:nvCxnSpPr>
        <p:spPr>
          <a:xfrm flipV="1">
            <a:off x="7701280" y="553998"/>
            <a:ext cx="1280160" cy="1385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B6CE413-91EF-4AD6-A12D-2754FA1BE03F}"/>
              </a:ext>
            </a:extLst>
          </p:cNvPr>
          <p:cNvCxnSpPr>
            <a:stCxn id="24" idx="3"/>
            <a:endCxn id="28" idx="1"/>
          </p:cNvCxnSpPr>
          <p:nvPr/>
        </p:nvCxnSpPr>
        <p:spPr>
          <a:xfrm flipV="1">
            <a:off x="7701280" y="553998"/>
            <a:ext cx="1280160" cy="877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6C35913-778B-4352-8A5A-0AA25025D21C}"/>
              </a:ext>
            </a:extLst>
          </p:cNvPr>
          <p:cNvCxnSpPr>
            <a:stCxn id="25" idx="3"/>
            <a:endCxn id="29" idx="1"/>
          </p:cNvCxnSpPr>
          <p:nvPr/>
        </p:nvCxnSpPr>
        <p:spPr>
          <a:xfrm flipV="1">
            <a:off x="7701280" y="923330"/>
            <a:ext cx="1280160" cy="1154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27E97E6-7B18-46FE-8F9D-993B30CE7FEF}"/>
              </a:ext>
            </a:extLst>
          </p:cNvPr>
          <p:cNvCxnSpPr>
            <a:stCxn id="31" idx="3"/>
            <a:endCxn id="29" idx="1"/>
          </p:cNvCxnSpPr>
          <p:nvPr/>
        </p:nvCxnSpPr>
        <p:spPr>
          <a:xfrm flipV="1">
            <a:off x="7701280" y="923330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B3E552D2-8BFF-4E6A-AD70-04C7CDDF9687}"/>
              </a:ext>
            </a:extLst>
          </p:cNvPr>
          <p:cNvCxnSpPr>
            <a:stCxn id="26" idx="3"/>
            <a:endCxn id="30" idx="1"/>
          </p:cNvCxnSpPr>
          <p:nvPr/>
        </p:nvCxnSpPr>
        <p:spPr>
          <a:xfrm flipV="1">
            <a:off x="7701280" y="1292662"/>
            <a:ext cx="1280160" cy="1661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E2D5915-465F-4174-AB9B-02A15F0DC240}"/>
              </a:ext>
            </a:extLst>
          </p:cNvPr>
          <p:cNvCxnSpPr>
            <a:stCxn id="27" idx="3"/>
            <a:endCxn id="30" idx="1"/>
          </p:cNvCxnSpPr>
          <p:nvPr/>
        </p:nvCxnSpPr>
        <p:spPr>
          <a:xfrm flipV="1">
            <a:off x="7701280" y="1292662"/>
            <a:ext cx="1280160" cy="2031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374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>
            <a:extLst>
              <a:ext uri="{FF2B5EF4-FFF2-40B4-BE49-F238E27FC236}">
                <a16:creationId xmlns:a16="http://schemas.microsoft.com/office/drawing/2014/main" id="{4871371B-4E4C-46E3-B1EF-DDE6240B4DD6}"/>
              </a:ext>
            </a:extLst>
          </p:cNvPr>
          <p:cNvSpPr/>
          <p:nvPr/>
        </p:nvSpPr>
        <p:spPr>
          <a:xfrm>
            <a:off x="5080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Preparation 4">
            <a:extLst>
              <a:ext uri="{FF2B5EF4-FFF2-40B4-BE49-F238E27FC236}">
                <a16:creationId xmlns:a16="http://schemas.microsoft.com/office/drawing/2014/main" id="{8C708AF2-67A3-4E36-8DBF-9D18AF198520}"/>
              </a:ext>
            </a:extLst>
          </p:cNvPr>
          <p:cNvSpPr/>
          <p:nvPr/>
        </p:nvSpPr>
        <p:spPr>
          <a:xfrm>
            <a:off x="56896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Preparation 5">
            <a:extLst>
              <a:ext uri="{FF2B5EF4-FFF2-40B4-BE49-F238E27FC236}">
                <a16:creationId xmlns:a16="http://schemas.microsoft.com/office/drawing/2014/main" id="{D74447DB-1B96-47D6-A3F3-5CC5F96DDF13}"/>
              </a:ext>
            </a:extLst>
          </p:cNvPr>
          <p:cNvSpPr/>
          <p:nvPr/>
        </p:nvSpPr>
        <p:spPr>
          <a:xfrm>
            <a:off x="10871200" y="508000"/>
            <a:ext cx="812800" cy="751224"/>
          </a:xfrm>
          <a:prstGeom prst="flowChartPreparation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Preparation 7">
            <a:extLst>
              <a:ext uri="{FF2B5EF4-FFF2-40B4-BE49-F238E27FC236}">
                <a16:creationId xmlns:a16="http://schemas.microsoft.com/office/drawing/2014/main" id="{1FD93384-7699-4D8E-96B8-1ADC1CC6E7FC}"/>
              </a:ext>
            </a:extLst>
          </p:cNvPr>
          <p:cNvSpPr/>
          <p:nvPr/>
        </p:nvSpPr>
        <p:spPr>
          <a:xfrm>
            <a:off x="56896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Preparation 8">
            <a:extLst>
              <a:ext uri="{FF2B5EF4-FFF2-40B4-BE49-F238E27FC236}">
                <a16:creationId xmlns:a16="http://schemas.microsoft.com/office/drawing/2014/main" id="{EC12CB06-B6EB-4E81-B50D-DC57BEBE2327}"/>
              </a:ext>
            </a:extLst>
          </p:cNvPr>
          <p:cNvSpPr/>
          <p:nvPr/>
        </p:nvSpPr>
        <p:spPr>
          <a:xfrm>
            <a:off x="108712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Preparation 9">
            <a:extLst>
              <a:ext uri="{FF2B5EF4-FFF2-40B4-BE49-F238E27FC236}">
                <a16:creationId xmlns:a16="http://schemas.microsoft.com/office/drawing/2014/main" id="{6DBD0119-DF39-42F7-8EB9-C4788B1744A6}"/>
              </a:ext>
            </a:extLst>
          </p:cNvPr>
          <p:cNvSpPr/>
          <p:nvPr/>
        </p:nvSpPr>
        <p:spPr>
          <a:xfrm>
            <a:off x="508000" y="1757064"/>
            <a:ext cx="812800" cy="751224"/>
          </a:xfrm>
          <a:prstGeom prst="flowChartPreparati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Preparation 11">
            <a:extLst>
              <a:ext uri="{FF2B5EF4-FFF2-40B4-BE49-F238E27FC236}">
                <a16:creationId xmlns:a16="http://schemas.microsoft.com/office/drawing/2014/main" id="{081B7D08-9BBE-4949-8674-32FB068709C2}"/>
              </a:ext>
            </a:extLst>
          </p:cNvPr>
          <p:cNvSpPr/>
          <p:nvPr/>
        </p:nvSpPr>
        <p:spPr>
          <a:xfrm>
            <a:off x="5080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lowchart: Preparation 12">
            <a:extLst>
              <a:ext uri="{FF2B5EF4-FFF2-40B4-BE49-F238E27FC236}">
                <a16:creationId xmlns:a16="http://schemas.microsoft.com/office/drawing/2014/main" id="{22FA2455-F958-44E5-BD8A-65DE8F672637}"/>
              </a:ext>
            </a:extLst>
          </p:cNvPr>
          <p:cNvSpPr/>
          <p:nvPr/>
        </p:nvSpPr>
        <p:spPr>
          <a:xfrm>
            <a:off x="56896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lowchart: Preparation 13">
            <a:extLst>
              <a:ext uri="{FF2B5EF4-FFF2-40B4-BE49-F238E27FC236}">
                <a16:creationId xmlns:a16="http://schemas.microsoft.com/office/drawing/2014/main" id="{8F63DB91-53CC-4B41-8770-16822C7F011A}"/>
              </a:ext>
            </a:extLst>
          </p:cNvPr>
          <p:cNvSpPr/>
          <p:nvPr/>
        </p:nvSpPr>
        <p:spPr>
          <a:xfrm>
            <a:off x="10871200" y="3016288"/>
            <a:ext cx="812800" cy="751224"/>
          </a:xfrm>
          <a:prstGeom prst="flowChartPreparati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DDE261-5867-472B-A2E8-1086E6428F3D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>
          <a:xfrm flipV="1">
            <a:off x="9144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6BA4E7B-E6C3-4E03-82B8-9C1BD3D6F77B}"/>
              </a:ext>
            </a:extLst>
          </p:cNvPr>
          <p:cNvCxnSpPr>
            <a:cxnSpLocks/>
            <a:stCxn id="8" idx="0"/>
            <a:endCxn id="5" idx="2"/>
          </p:cNvCxnSpPr>
          <p:nvPr/>
        </p:nvCxnSpPr>
        <p:spPr>
          <a:xfrm flipV="1">
            <a:off x="60960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B0A956A-C689-4C35-A274-57197BFA3747}"/>
              </a:ext>
            </a:extLst>
          </p:cNvPr>
          <p:cNvCxnSpPr>
            <a:stCxn id="9" idx="0"/>
            <a:endCxn id="6" idx="2"/>
          </p:cNvCxnSpPr>
          <p:nvPr/>
        </p:nvCxnSpPr>
        <p:spPr>
          <a:xfrm flipV="1">
            <a:off x="11277600" y="1259224"/>
            <a:ext cx="0" cy="497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D454BE-E78A-4767-A1B2-68DB0A68FC9B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112776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EC36AE7-0AE9-4223-A36A-2B0AC573EAC7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V="1">
            <a:off x="60960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7129E58-41AA-4BDE-8A3A-708278903CF9}"/>
              </a:ext>
            </a:extLst>
          </p:cNvPr>
          <p:cNvCxnSpPr>
            <a:stCxn id="12" idx="0"/>
            <a:endCxn id="10" idx="2"/>
          </p:cNvCxnSpPr>
          <p:nvPr/>
        </p:nvCxnSpPr>
        <p:spPr>
          <a:xfrm flipV="1">
            <a:off x="914400" y="250828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8F4D20B-B414-42D4-979D-8A132C55EE38}"/>
              </a:ext>
            </a:extLst>
          </p:cNvPr>
          <p:cNvCxnSpPr>
            <a:stCxn id="5" idx="1"/>
            <a:endCxn id="4" idx="3"/>
          </p:cNvCxnSpPr>
          <p:nvPr/>
        </p:nvCxnSpPr>
        <p:spPr>
          <a:xfrm flipH="1">
            <a:off x="13208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9F8E8D2-C7F9-4C7F-81EA-3F291545496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502400" y="883612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805E82-4313-411D-A8A3-588BD082EAB8}"/>
              </a:ext>
            </a:extLst>
          </p:cNvPr>
          <p:cNvCxnSpPr/>
          <p:nvPr/>
        </p:nvCxnSpPr>
        <p:spPr>
          <a:xfrm>
            <a:off x="914400" y="386080"/>
            <a:ext cx="103632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365DF6A-9823-48CB-BDD2-7B0866893A52}"/>
              </a:ext>
            </a:extLst>
          </p:cNvPr>
          <p:cNvSpPr txBox="1"/>
          <p:nvPr/>
        </p:nvSpPr>
        <p:spPr>
          <a:xfrm>
            <a:off x="22504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A30FD3-1C4D-4AA9-A2E5-040B8971B32B}"/>
              </a:ext>
            </a:extLst>
          </p:cNvPr>
          <p:cNvSpPr txBox="1"/>
          <p:nvPr/>
        </p:nvSpPr>
        <p:spPr>
          <a:xfrm>
            <a:off x="4841240" y="9772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F70F79D-448A-4680-BBC6-43EF01909E07}"/>
              </a:ext>
            </a:extLst>
          </p:cNvPr>
          <p:cNvSpPr txBox="1"/>
          <p:nvPr/>
        </p:nvSpPr>
        <p:spPr>
          <a:xfrm>
            <a:off x="7432040" y="599753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Federate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44F8AF-FD45-4E26-8331-9C61F4A7E4F7}"/>
              </a:ext>
            </a:extLst>
          </p:cNvPr>
          <p:cNvSpPr txBox="1"/>
          <p:nvPr/>
        </p:nvSpPr>
        <p:spPr>
          <a:xfrm>
            <a:off x="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BF92EF-3D1F-4F03-A2C5-82432193602E}"/>
              </a:ext>
            </a:extLst>
          </p:cNvPr>
          <p:cNvSpPr txBox="1"/>
          <p:nvPr/>
        </p:nvSpPr>
        <p:spPr>
          <a:xfrm>
            <a:off x="5176520" y="13309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81A584-F9C3-436B-91C8-6330DFD0DF75}"/>
              </a:ext>
            </a:extLst>
          </p:cNvPr>
          <p:cNvSpPr txBox="1"/>
          <p:nvPr/>
        </p:nvSpPr>
        <p:spPr>
          <a:xfrm>
            <a:off x="10353040" y="131839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Interact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CA6FD8-C764-4E69-84B8-48171BEC20B1}"/>
              </a:ext>
            </a:extLst>
          </p:cNvPr>
          <p:cNvSpPr txBox="1"/>
          <p:nvPr/>
        </p:nvSpPr>
        <p:spPr>
          <a:xfrm>
            <a:off x="10353040" y="25641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D1FE02-EC76-4E67-B0DF-E39CBE25BE4D}"/>
              </a:ext>
            </a:extLst>
          </p:cNvPr>
          <p:cNvSpPr txBox="1"/>
          <p:nvPr/>
        </p:nvSpPr>
        <p:spPr>
          <a:xfrm>
            <a:off x="5176520" y="255779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28878A-4775-40C0-A48C-F88984824B74}"/>
              </a:ext>
            </a:extLst>
          </p:cNvPr>
          <p:cNvSpPr txBox="1"/>
          <p:nvPr/>
        </p:nvSpPr>
        <p:spPr>
          <a:xfrm>
            <a:off x="-5079" y="2556563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Aggregate</a:t>
            </a:r>
          </a:p>
        </p:txBody>
      </p:sp>
      <p:sp>
        <p:nvSpPr>
          <p:cNvPr id="59" name="Flowchart: Preparation 58">
            <a:extLst>
              <a:ext uri="{FF2B5EF4-FFF2-40B4-BE49-F238E27FC236}">
                <a16:creationId xmlns:a16="http://schemas.microsoft.com/office/drawing/2014/main" id="{47119A55-0B3A-4D27-B618-85A133F79621}"/>
              </a:ext>
            </a:extLst>
          </p:cNvPr>
          <p:cNvSpPr/>
          <p:nvPr/>
        </p:nvSpPr>
        <p:spPr>
          <a:xfrm>
            <a:off x="5080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Flowchart: Preparation 59">
            <a:extLst>
              <a:ext uri="{FF2B5EF4-FFF2-40B4-BE49-F238E27FC236}">
                <a16:creationId xmlns:a16="http://schemas.microsoft.com/office/drawing/2014/main" id="{36123131-C72A-40E4-9171-D0637611E119}"/>
              </a:ext>
            </a:extLst>
          </p:cNvPr>
          <p:cNvSpPr/>
          <p:nvPr/>
        </p:nvSpPr>
        <p:spPr>
          <a:xfrm>
            <a:off x="56896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Flowchart: Preparation 60">
            <a:extLst>
              <a:ext uri="{FF2B5EF4-FFF2-40B4-BE49-F238E27FC236}">
                <a16:creationId xmlns:a16="http://schemas.microsoft.com/office/drawing/2014/main" id="{450D125D-ED31-419A-9FAA-84B2EB6534AD}"/>
              </a:ext>
            </a:extLst>
          </p:cNvPr>
          <p:cNvSpPr/>
          <p:nvPr/>
        </p:nvSpPr>
        <p:spPr>
          <a:xfrm>
            <a:off x="10871200" y="4275512"/>
            <a:ext cx="812800" cy="751224"/>
          </a:xfrm>
          <a:prstGeom prst="flowChartPrepara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Flowchart: Preparation 61">
            <a:extLst>
              <a:ext uri="{FF2B5EF4-FFF2-40B4-BE49-F238E27FC236}">
                <a16:creationId xmlns:a16="http://schemas.microsoft.com/office/drawing/2014/main" id="{7AD425FB-ADEF-4B79-87C6-37D785400039}"/>
              </a:ext>
            </a:extLst>
          </p:cNvPr>
          <p:cNvSpPr/>
          <p:nvPr/>
        </p:nvSpPr>
        <p:spPr>
          <a:xfrm>
            <a:off x="5080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Flowchart: Preparation 62">
            <a:extLst>
              <a:ext uri="{FF2B5EF4-FFF2-40B4-BE49-F238E27FC236}">
                <a16:creationId xmlns:a16="http://schemas.microsoft.com/office/drawing/2014/main" id="{EBB55AD6-C677-4144-B81A-07A4E8A4ACC9}"/>
              </a:ext>
            </a:extLst>
          </p:cNvPr>
          <p:cNvSpPr/>
          <p:nvPr/>
        </p:nvSpPr>
        <p:spPr>
          <a:xfrm>
            <a:off x="56896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Flowchart: Preparation 63">
            <a:extLst>
              <a:ext uri="{FF2B5EF4-FFF2-40B4-BE49-F238E27FC236}">
                <a16:creationId xmlns:a16="http://schemas.microsoft.com/office/drawing/2014/main" id="{FCA3F3FE-C9FA-4FEE-80DE-0F41F993C9CA}"/>
              </a:ext>
            </a:extLst>
          </p:cNvPr>
          <p:cNvSpPr/>
          <p:nvPr/>
        </p:nvSpPr>
        <p:spPr>
          <a:xfrm>
            <a:off x="10871200" y="5534736"/>
            <a:ext cx="812800" cy="751224"/>
          </a:xfrm>
          <a:prstGeom prst="flowChartPreparati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9D92662-9A40-429A-8FCE-242A67C1DE8A}"/>
              </a:ext>
            </a:extLst>
          </p:cNvPr>
          <p:cNvCxnSpPr>
            <a:cxnSpLocks/>
            <a:stCxn id="59" idx="0"/>
            <a:endCxn id="12" idx="2"/>
          </p:cNvCxnSpPr>
          <p:nvPr/>
        </p:nvCxnSpPr>
        <p:spPr>
          <a:xfrm flipV="1">
            <a:off x="9144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E23A135-467E-4569-89DB-FB8512F4B45F}"/>
              </a:ext>
            </a:extLst>
          </p:cNvPr>
          <p:cNvCxnSpPr>
            <a:stCxn id="60" idx="0"/>
            <a:endCxn id="13" idx="2"/>
          </p:cNvCxnSpPr>
          <p:nvPr/>
        </p:nvCxnSpPr>
        <p:spPr>
          <a:xfrm flipV="1">
            <a:off x="6096000" y="3767512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287BDAC-FCA0-4279-B112-A765D3E14F89}"/>
              </a:ext>
            </a:extLst>
          </p:cNvPr>
          <p:cNvCxnSpPr>
            <a:endCxn id="14" idx="2"/>
          </p:cNvCxnSpPr>
          <p:nvPr/>
        </p:nvCxnSpPr>
        <p:spPr>
          <a:xfrm flipV="1">
            <a:off x="11277600" y="3767512"/>
            <a:ext cx="0" cy="631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E2F96BDF-B9B5-4D22-9057-B0346B5B7332}"/>
              </a:ext>
            </a:extLst>
          </p:cNvPr>
          <p:cNvSpPr txBox="1"/>
          <p:nvPr/>
        </p:nvSpPr>
        <p:spPr>
          <a:xfrm>
            <a:off x="10353038" y="388013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9B2F3D-ABF0-46A3-9737-8E6DFF0B4E20}"/>
              </a:ext>
            </a:extLst>
          </p:cNvPr>
          <p:cNvSpPr txBox="1"/>
          <p:nvPr/>
        </p:nvSpPr>
        <p:spPr>
          <a:xfrm>
            <a:off x="5176518" y="387379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575A2D-D8A8-4414-B0AA-9C44A8915F27}"/>
              </a:ext>
            </a:extLst>
          </p:cNvPr>
          <p:cNvSpPr txBox="1"/>
          <p:nvPr/>
        </p:nvSpPr>
        <p:spPr>
          <a:xfrm>
            <a:off x="-5081" y="3872560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ELT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7A5213B-BD22-4A8B-A9B5-BC8A1956BC12}"/>
              </a:ext>
            </a:extLst>
          </p:cNvPr>
          <p:cNvSpPr txBox="1"/>
          <p:nvPr/>
        </p:nvSpPr>
        <p:spPr>
          <a:xfrm>
            <a:off x="10353038" y="511164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9527480-DBFA-4BB2-B98C-2B7A9872EA54}"/>
              </a:ext>
            </a:extLst>
          </p:cNvPr>
          <p:cNvSpPr txBox="1"/>
          <p:nvPr/>
        </p:nvSpPr>
        <p:spPr>
          <a:xfrm>
            <a:off x="5176518" y="5105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22DCFAB-5BED-48A9-ACC8-A053D923B2C3}"/>
              </a:ext>
            </a:extLst>
          </p:cNvPr>
          <p:cNvSpPr txBox="1"/>
          <p:nvPr/>
        </p:nvSpPr>
        <p:spPr>
          <a:xfrm>
            <a:off x="-5081" y="5104074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Distribute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6D5067D7-9DA3-4093-ABD6-48323FE57E3A}"/>
              </a:ext>
            </a:extLst>
          </p:cNvPr>
          <p:cNvCxnSpPr>
            <a:stCxn id="10" idx="3"/>
            <a:endCxn id="8" idx="1"/>
          </p:cNvCxnSpPr>
          <p:nvPr/>
        </p:nvCxnSpPr>
        <p:spPr>
          <a:xfrm>
            <a:off x="13208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CB12583-3689-411E-BCFF-CC1126C21D9C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6502400" y="2132676"/>
            <a:ext cx="43688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5E3EDB70-6FE8-43B7-BAA5-31F8C71F4A4E}"/>
              </a:ext>
            </a:extLst>
          </p:cNvPr>
          <p:cNvSpPr txBox="1"/>
          <p:nvPr/>
        </p:nvSpPr>
        <p:spPr>
          <a:xfrm>
            <a:off x="74320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3B7C6F0-7D87-4DAD-B450-A1305C8641AD}"/>
              </a:ext>
            </a:extLst>
          </p:cNvPr>
          <p:cNvSpPr txBox="1"/>
          <p:nvPr/>
        </p:nvSpPr>
        <p:spPr>
          <a:xfrm>
            <a:off x="2250440" y="1808181"/>
            <a:ext cx="250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Harmonise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9451A30-31FB-4F67-8539-CED109AA82B6}"/>
              </a:ext>
            </a:extLst>
          </p:cNvPr>
          <p:cNvSpPr txBox="1"/>
          <p:nvPr/>
        </p:nvSpPr>
        <p:spPr>
          <a:xfrm>
            <a:off x="5080" y="71057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Pangea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F59478C-6865-4181-894D-3710F3EDED07}"/>
              </a:ext>
            </a:extLst>
          </p:cNvPr>
          <p:cNvSpPr txBox="1"/>
          <p:nvPr/>
        </p:nvSpPr>
        <p:spPr>
          <a:xfrm>
            <a:off x="5176518" y="68967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Paladin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8623A34-24A9-40D3-BB8D-E0BD62C05F4B}"/>
              </a:ext>
            </a:extLst>
          </p:cNvPr>
          <p:cNvSpPr txBox="1"/>
          <p:nvPr/>
        </p:nvSpPr>
        <p:spPr>
          <a:xfrm>
            <a:off x="10347956" y="6705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Prophet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FCF4437-AC26-4BBB-8F26-2FC0D094F063}"/>
              </a:ext>
            </a:extLst>
          </p:cNvPr>
          <p:cNvSpPr txBox="1"/>
          <p:nvPr/>
        </p:nvSpPr>
        <p:spPr>
          <a:xfrm>
            <a:off x="-5081" y="195004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3A2D47E-2405-464F-8B79-C3BB499ACEC5}"/>
              </a:ext>
            </a:extLst>
          </p:cNvPr>
          <p:cNvSpPr txBox="1"/>
          <p:nvPr/>
        </p:nvSpPr>
        <p:spPr>
          <a:xfrm>
            <a:off x="5186680" y="192118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CAB844B-6089-4701-98BA-1B4A3EB445AC}"/>
              </a:ext>
            </a:extLst>
          </p:cNvPr>
          <p:cNvSpPr txBox="1"/>
          <p:nvPr/>
        </p:nvSpPr>
        <p:spPr>
          <a:xfrm>
            <a:off x="10347956" y="1911305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Obsidian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0087542A-5A5D-4715-BD7A-23E037CB7AAB}"/>
              </a:ext>
            </a:extLst>
          </p:cNvPr>
          <p:cNvSpPr txBox="1"/>
          <p:nvPr/>
        </p:nvSpPr>
        <p:spPr>
          <a:xfrm>
            <a:off x="-5081" y="320193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AF013F2-8748-468B-BD3F-9E256F41BE75}"/>
              </a:ext>
            </a:extLst>
          </p:cNvPr>
          <p:cNvSpPr txBox="1"/>
          <p:nvPr/>
        </p:nvSpPr>
        <p:spPr>
          <a:xfrm>
            <a:off x="5176518" y="320634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B5514F16-71FD-40C6-AAC9-B018B54B76FD}"/>
              </a:ext>
            </a:extLst>
          </p:cNvPr>
          <p:cNvSpPr txBox="1"/>
          <p:nvPr/>
        </p:nvSpPr>
        <p:spPr>
          <a:xfrm>
            <a:off x="10347956" y="3171058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Other Reps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F3893A10-CC9D-4EB4-8ED6-176564C78A9B}"/>
              </a:ext>
            </a:extLst>
          </p:cNvPr>
          <p:cNvSpPr txBox="1"/>
          <p:nvPr/>
        </p:nvSpPr>
        <p:spPr>
          <a:xfrm>
            <a:off x="-5081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0ABD665-9AD9-41CE-90CF-F93926DAA161}"/>
              </a:ext>
            </a:extLst>
          </p:cNvPr>
          <p:cNvSpPr txBox="1"/>
          <p:nvPr/>
        </p:nvSpPr>
        <p:spPr>
          <a:xfrm>
            <a:off x="5176518" y="4490411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916EE1C-2F8C-4E53-A4AB-F814421E1A9B}"/>
              </a:ext>
            </a:extLst>
          </p:cNvPr>
          <p:cNvSpPr txBox="1"/>
          <p:nvPr/>
        </p:nvSpPr>
        <p:spPr>
          <a:xfrm>
            <a:off x="10347956" y="4499616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Big Data Stores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47643C-67E4-48AF-B74B-5D7ADB88F490}"/>
              </a:ext>
            </a:extLst>
          </p:cNvPr>
          <p:cNvSpPr txBox="1"/>
          <p:nvPr/>
        </p:nvSpPr>
        <p:spPr>
          <a:xfrm>
            <a:off x="50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CA32C87E-9F47-4D0A-90E2-149935873A64}"/>
              </a:ext>
            </a:extLst>
          </p:cNvPr>
          <p:cNvSpPr txBox="1"/>
          <p:nvPr/>
        </p:nvSpPr>
        <p:spPr>
          <a:xfrm>
            <a:off x="5186680" y="5757759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E5775C9-0324-4DE6-8705-1B1EA033C1FB}"/>
              </a:ext>
            </a:extLst>
          </p:cNvPr>
          <p:cNvSpPr txBox="1"/>
          <p:nvPr/>
        </p:nvSpPr>
        <p:spPr>
          <a:xfrm>
            <a:off x="10368280" y="5725682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Scale Apps</a:t>
            </a: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DBA14FB-42C3-4AB0-A031-1350BED72487}"/>
              </a:ext>
            </a:extLst>
          </p:cNvPr>
          <p:cNvCxnSpPr>
            <a:cxnSpLocks/>
            <a:stCxn id="59" idx="2"/>
            <a:endCxn id="62" idx="0"/>
          </p:cNvCxnSpPr>
          <p:nvPr/>
        </p:nvCxnSpPr>
        <p:spPr>
          <a:xfrm>
            <a:off x="9144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193DC4E-0BE1-4242-B95D-0F021916DACF}"/>
              </a:ext>
            </a:extLst>
          </p:cNvPr>
          <p:cNvCxnSpPr>
            <a:cxnSpLocks/>
            <a:stCxn id="60" idx="2"/>
            <a:endCxn id="63" idx="0"/>
          </p:cNvCxnSpPr>
          <p:nvPr/>
        </p:nvCxnSpPr>
        <p:spPr>
          <a:xfrm>
            <a:off x="60960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6105AE77-1358-46EE-81B3-69E7D6CACFE1}"/>
              </a:ext>
            </a:extLst>
          </p:cNvPr>
          <p:cNvCxnSpPr>
            <a:stCxn id="61" idx="2"/>
            <a:endCxn id="64" idx="0"/>
          </p:cNvCxnSpPr>
          <p:nvPr/>
        </p:nvCxnSpPr>
        <p:spPr>
          <a:xfrm>
            <a:off x="11277600" y="5026736"/>
            <a:ext cx="0" cy="50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942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703B558-1ACC-4BD4-BB8E-A253787B0A23}"/>
              </a:ext>
            </a:extLst>
          </p:cNvPr>
          <p:cNvSpPr txBox="1"/>
          <p:nvPr/>
        </p:nvSpPr>
        <p:spPr>
          <a:xfrm>
            <a:off x="1788160" y="6032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Need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49E0E-409E-4DC1-A559-D770FCBC32D0}"/>
              </a:ext>
            </a:extLst>
          </p:cNvPr>
          <p:cNvSpPr txBox="1"/>
          <p:nvPr/>
        </p:nvSpPr>
        <p:spPr>
          <a:xfrm>
            <a:off x="492760" y="2591592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Profitable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EC7AC5-4653-479C-BEF2-22941F0C9AC3}"/>
              </a:ext>
            </a:extLst>
          </p:cNvPr>
          <p:cNvSpPr txBox="1"/>
          <p:nvPr/>
        </p:nvSpPr>
        <p:spPr>
          <a:xfrm>
            <a:off x="492760" y="37536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Impactful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7CBE8D-4622-4F45-9473-CD2F79C7AC77}"/>
              </a:ext>
            </a:extLst>
          </p:cNvPr>
          <p:cNvSpPr txBox="1"/>
          <p:nvPr/>
        </p:nvSpPr>
        <p:spPr>
          <a:xfrm>
            <a:off x="3907790" y="-1431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Desire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541EB-0D28-41B8-9FED-8F56C5F777BF}"/>
              </a:ext>
            </a:extLst>
          </p:cNvPr>
          <p:cNvSpPr txBox="1"/>
          <p:nvPr/>
        </p:nvSpPr>
        <p:spPr>
          <a:xfrm>
            <a:off x="602742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Buy Decision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C1FA77-A6B4-49E2-AB57-4E6074480F4A}"/>
              </a:ext>
            </a:extLst>
          </p:cNvPr>
          <p:cNvSpPr txBox="1"/>
          <p:nvPr/>
        </p:nvSpPr>
        <p:spPr>
          <a:xfrm>
            <a:off x="814705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Senses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42ADD6-BD32-4B6B-B29E-2658E41A33A8}"/>
              </a:ext>
            </a:extLst>
          </p:cNvPr>
          <p:cNvSpPr txBox="1"/>
          <p:nvPr/>
        </p:nvSpPr>
        <p:spPr>
          <a:xfrm>
            <a:off x="10266680" y="0"/>
            <a:ext cx="1503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u="sng" dirty="0"/>
              <a:t>Utility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B96EA4-F586-446F-A4AE-6280144DBA81}"/>
              </a:ext>
            </a:extLst>
          </p:cNvPr>
          <p:cNvSpPr txBox="1"/>
          <p:nvPr/>
        </p:nvSpPr>
        <p:spPr>
          <a:xfrm>
            <a:off x="492760" y="2960924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Product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A3F45-DA2E-4FE1-9ED3-BD6288052700}"/>
              </a:ext>
            </a:extLst>
          </p:cNvPr>
          <p:cNvSpPr txBox="1"/>
          <p:nvPr/>
        </p:nvSpPr>
        <p:spPr>
          <a:xfrm>
            <a:off x="492760" y="333025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Price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B4E8C3-8A02-4900-B7FA-2875989D313C}"/>
              </a:ext>
            </a:extLst>
          </p:cNvPr>
          <p:cNvSpPr txBox="1"/>
          <p:nvPr/>
        </p:nvSpPr>
        <p:spPr>
          <a:xfrm>
            <a:off x="492760" y="7446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Promotion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BA91E-84C9-4AD4-B456-818421A9DA37}"/>
              </a:ext>
            </a:extLst>
          </p:cNvPr>
          <p:cNvSpPr txBox="1"/>
          <p:nvPr/>
        </p:nvSpPr>
        <p:spPr>
          <a:xfrm>
            <a:off x="492760" y="1107996"/>
            <a:ext cx="1295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Place</a:t>
            </a:r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EA220B6B-5416-4CAB-83E8-B5F8ADE9B020}"/>
              </a:ext>
            </a:extLst>
          </p:cNvPr>
          <p:cNvSpPr/>
          <p:nvPr/>
        </p:nvSpPr>
        <p:spPr>
          <a:xfrm>
            <a:off x="8534400" y="5943600"/>
            <a:ext cx="914400" cy="91440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389730DF-0BFB-45D6-A065-1A163B9B44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5943600"/>
            <a:ext cx="914400" cy="914400"/>
          </a:xfrm>
          <a:prstGeom prst="rect">
            <a:avLst/>
          </a:prstGeom>
        </p:spPr>
      </p:pic>
      <p:pic>
        <p:nvPicPr>
          <p:cNvPr id="19" name="Picture 18" descr="A close up of a logo&#10;&#10;Description automatically generated">
            <a:extLst>
              <a:ext uri="{FF2B5EF4-FFF2-40B4-BE49-F238E27FC236}">
                <a16:creationId xmlns:a16="http://schemas.microsoft.com/office/drawing/2014/main" id="{4494EF76-70DC-4754-A05B-9A07B271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943600"/>
            <a:ext cx="914400" cy="914400"/>
          </a:xfrm>
          <a:prstGeom prst="rect">
            <a:avLst/>
          </a:prstGeom>
        </p:spPr>
      </p:pic>
      <p:sp>
        <p:nvSpPr>
          <p:cNvPr id="20" name="Action Button: Help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7EB98E3-B9F5-4839-B687-10348F107397}"/>
              </a:ext>
            </a:extLst>
          </p:cNvPr>
          <p:cNvSpPr/>
          <p:nvPr/>
        </p:nvSpPr>
        <p:spPr>
          <a:xfrm>
            <a:off x="9448800" y="5943600"/>
            <a:ext cx="914400" cy="914400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E96A80-9F44-4668-8719-EA117061336B}"/>
              </a:ext>
            </a:extLst>
          </p:cNvPr>
          <p:cNvSpPr txBox="1"/>
          <p:nvPr/>
        </p:nvSpPr>
        <p:spPr>
          <a:xfrm>
            <a:off x="85344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Quick Win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773E2E2-7D78-4485-B10A-4FCBC3872EAD}"/>
              </a:ext>
            </a:extLst>
          </p:cNvPr>
          <p:cNvSpPr txBox="1"/>
          <p:nvPr/>
        </p:nvSpPr>
        <p:spPr>
          <a:xfrm>
            <a:off x="94386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Risky Bet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CFBADF-4261-48CB-9920-08329C103AF9}"/>
              </a:ext>
            </a:extLst>
          </p:cNvPr>
          <p:cNvSpPr txBox="1"/>
          <p:nvPr/>
        </p:nvSpPr>
        <p:spPr>
          <a:xfrm>
            <a:off x="1036320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Long Slog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37467A-3BD3-4B41-BF59-CCC95A5610C4}"/>
              </a:ext>
            </a:extLst>
          </p:cNvPr>
          <p:cNvSpPr txBox="1"/>
          <p:nvPr/>
        </p:nvSpPr>
        <p:spPr>
          <a:xfrm>
            <a:off x="11267440" y="5358824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Ditch Bitch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E068E7-61B5-40B2-9142-C3BD011D4630}"/>
              </a:ext>
            </a:extLst>
          </p:cNvPr>
          <p:cNvSpPr txBox="1"/>
          <p:nvPr/>
        </p:nvSpPr>
        <p:spPr>
          <a:xfrm>
            <a:off x="1788160" y="259159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DXC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52F646-F55E-4026-BAC6-9B5C0190A1E5}"/>
              </a:ext>
            </a:extLst>
          </p:cNvPr>
          <p:cNvSpPr txBox="1"/>
          <p:nvPr/>
        </p:nvSpPr>
        <p:spPr>
          <a:xfrm>
            <a:off x="1753870" y="41119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007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C96899-7366-4B53-A2FF-60E60962CF4C}"/>
              </a:ext>
            </a:extLst>
          </p:cNvPr>
          <p:cNvSpPr txBox="1"/>
          <p:nvPr/>
        </p:nvSpPr>
        <p:spPr>
          <a:xfrm>
            <a:off x="1788160" y="77875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GCHQ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B0ACF-0C07-4422-9AB8-220C9E6BE031}"/>
              </a:ext>
            </a:extLst>
          </p:cNvPr>
          <p:cNvSpPr txBox="1"/>
          <p:nvPr/>
        </p:nvSpPr>
        <p:spPr>
          <a:xfrm>
            <a:off x="1788160" y="29609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Cisco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15827A-FB6A-46C8-972F-AD70A98F4D26}"/>
              </a:ext>
            </a:extLst>
          </p:cNvPr>
          <p:cNvSpPr txBox="1"/>
          <p:nvPr/>
        </p:nvSpPr>
        <p:spPr>
          <a:xfrm>
            <a:off x="1788160" y="328408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Police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ABB8E41-50A3-4E3A-AC28-3831A641F792}"/>
              </a:ext>
            </a:extLst>
          </p:cNvPr>
          <p:cNvSpPr txBox="1"/>
          <p:nvPr/>
        </p:nvSpPr>
        <p:spPr>
          <a:xfrm>
            <a:off x="1746250" y="366881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NHS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A5BBA3-D060-45FF-91F0-15F2D92756AD}"/>
              </a:ext>
            </a:extLst>
          </p:cNvPr>
          <p:cNvSpPr txBox="1"/>
          <p:nvPr/>
        </p:nvSpPr>
        <p:spPr>
          <a:xfrm>
            <a:off x="1788160" y="112338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893BC3"/>
                </a:solidFill>
              </a:rPr>
              <a:t>Fire Service</a:t>
            </a:r>
          </a:p>
        </p:txBody>
      </p:sp>
      <p:pic>
        <p:nvPicPr>
          <p:cNvPr id="35" name="Picture 34" descr="A close up of a logo&#10;&#10;Description automatically generated">
            <a:extLst>
              <a:ext uri="{FF2B5EF4-FFF2-40B4-BE49-F238E27FC236}">
                <a16:creationId xmlns:a16="http://schemas.microsoft.com/office/drawing/2014/main" id="{18E49431-F904-4A75-85FA-871454F67A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420" y="321550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786486-1213-4D95-AB7B-7C8732A60093}"/>
              </a:ext>
            </a:extLst>
          </p:cNvPr>
          <p:cNvSpPr txBox="1"/>
          <p:nvPr/>
        </p:nvSpPr>
        <p:spPr>
          <a:xfrm>
            <a:off x="3748405" y="585271"/>
            <a:ext cx="1154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rgbClr val="893BC3"/>
                </a:solidFill>
              </a:rPr>
              <a:t>Military</a:t>
            </a:r>
          </a:p>
        </p:txBody>
      </p:sp>
      <p:sp>
        <p:nvSpPr>
          <p:cNvPr id="36" name="Action Button: Help 35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99828EF-10ED-4BD6-BBDD-72C57FFD0E48}"/>
              </a:ext>
            </a:extLst>
          </p:cNvPr>
          <p:cNvSpPr/>
          <p:nvPr/>
        </p:nvSpPr>
        <p:spPr>
          <a:xfrm>
            <a:off x="2612390" y="474687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37" name="Picture 36" descr="A close up of a logo&#10;&#10;Description automatically generated">
            <a:extLst>
              <a:ext uri="{FF2B5EF4-FFF2-40B4-BE49-F238E27FC236}">
                <a16:creationId xmlns:a16="http://schemas.microsoft.com/office/drawing/2014/main" id="{82D79B88-0F94-429D-991C-CBB03F65E6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480" y="2534920"/>
            <a:ext cx="447040" cy="447040"/>
          </a:xfrm>
          <a:prstGeom prst="rect">
            <a:avLst/>
          </a:prstGeom>
        </p:spPr>
      </p:pic>
      <p:sp>
        <p:nvSpPr>
          <p:cNvPr id="39" name="Action Button: Help 3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85894E0-2877-4763-8505-14CBE7CBFDA2}"/>
              </a:ext>
            </a:extLst>
          </p:cNvPr>
          <p:cNvSpPr/>
          <p:nvPr/>
        </p:nvSpPr>
        <p:spPr>
          <a:xfrm>
            <a:off x="2623767" y="1288816"/>
            <a:ext cx="304064" cy="304064"/>
          </a:xfrm>
          <a:prstGeom prst="actionButtonHelp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40" name="Picture 39" descr="A close up of a logo&#10;&#10;Description automatically generated">
            <a:extLst>
              <a:ext uri="{FF2B5EF4-FFF2-40B4-BE49-F238E27FC236}">
                <a16:creationId xmlns:a16="http://schemas.microsoft.com/office/drawing/2014/main" id="{4286D806-103C-4DFC-83A2-A326765E0A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410" y="3299500"/>
            <a:ext cx="328622" cy="328622"/>
          </a:xfrm>
          <a:prstGeom prst="rect">
            <a:avLst/>
          </a:prstGeom>
        </p:spPr>
      </p:pic>
      <p:pic>
        <p:nvPicPr>
          <p:cNvPr id="43" name="Picture 42" descr="A close up of a logo&#10;&#10;Description automatically generated">
            <a:extLst>
              <a:ext uri="{FF2B5EF4-FFF2-40B4-BE49-F238E27FC236}">
                <a16:creationId xmlns:a16="http://schemas.microsoft.com/office/drawing/2014/main" id="{1C0B55A2-56EF-49B7-95CC-38463ADF0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488" y="3644057"/>
            <a:ext cx="328622" cy="328622"/>
          </a:xfrm>
          <a:prstGeom prst="rect">
            <a:avLst/>
          </a:prstGeom>
        </p:spPr>
      </p:pic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C6431E3D-AE2E-48E0-8F9F-1E890B247826}"/>
              </a:ext>
            </a:extLst>
          </p:cNvPr>
          <p:cNvSpPr/>
          <p:nvPr/>
        </p:nvSpPr>
        <p:spPr>
          <a:xfrm>
            <a:off x="2616200" y="2938307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Star: 5 Points 44">
            <a:extLst>
              <a:ext uri="{FF2B5EF4-FFF2-40B4-BE49-F238E27FC236}">
                <a16:creationId xmlns:a16="http://schemas.microsoft.com/office/drawing/2014/main" id="{82D7A6B6-7B5F-48B9-B63E-7A774CD7BADF}"/>
              </a:ext>
            </a:extLst>
          </p:cNvPr>
          <p:cNvSpPr/>
          <p:nvPr/>
        </p:nvSpPr>
        <p:spPr>
          <a:xfrm>
            <a:off x="2584510" y="794139"/>
            <a:ext cx="328622" cy="328622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769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B19B2D-F1EA-4548-B2B3-EAFB14A81B3F}"/>
              </a:ext>
            </a:extLst>
          </p:cNvPr>
          <p:cNvSpPr txBox="1"/>
          <p:nvPr/>
        </p:nvSpPr>
        <p:spPr>
          <a:xfrm>
            <a:off x="0" y="508000"/>
            <a:ext cx="12192000" cy="2300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u="sng" dirty="0"/>
              <a:t>Cultural Employees</a:t>
            </a:r>
            <a:r>
              <a:rPr lang="en-GB" dirty="0"/>
              <a:t> tend to need </a:t>
            </a:r>
            <a:r>
              <a:rPr lang="en-GB" b="1" u="sng" dirty="0"/>
              <a:t>Deep Motivational Connections</a:t>
            </a:r>
            <a:r>
              <a:rPr lang="en-GB" dirty="0"/>
              <a:t> with others, so IIG </a:t>
            </a:r>
            <a:r>
              <a:rPr lang="en-GB" dirty="0" err="1"/>
              <a:t>MooD</a:t>
            </a:r>
            <a:r>
              <a:rPr lang="en-GB" dirty="0"/>
              <a:t> will provide the following </a:t>
            </a:r>
            <a:r>
              <a:rPr lang="en-GB" b="1" u="sng" dirty="0"/>
              <a:t>Spiritual Packages:</a:t>
            </a:r>
            <a:endParaRPr lang="en-GB" dirty="0"/>
          </a:p>
          <a:p>
            <a:pPr lvl="2"/>
            <a:r>
              <a:rPr lang="en-GB" b="1" u="sng"/>
              <a:t>Organisational Ethics </a:t>
            </a:r>
            <a:r>
              <a:rPr lang="en-GB" b="1" u="sng" dirty="0"/>
              <a:t>Surveyor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Pride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Line of Business Impact Generator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Purpose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Function Expertise Supporter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Peace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Team Bonus </a:t>
            </a:r>
            <a:r>
              <a:rPr lang="en-GB" b="1" u="sng" dirty="0" err="1"/>
              <a:t>Targetor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Passion</a:t>
            </a:r>
            <a:r>
              <a:rPr lang="en-GB" dirty="0"/>
              <a:t>.</a:t>
            </a:r>
          </a:p>
          <a:p>
            <a:pPr lvl="2"/>
            <a:r>
              <a:rPr lang="en-GB" b="1" u="sng" dirty="0"/>
              <a:t>Individual Morals Cultivator</a:t>
            </a:r>
            <a:r>
              <a:rPr lang="en-GB" dirty="0"/>
              <a:t>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 Employee </a:t>
            </a:r>
            <a:r>
              <a:rPr lang="en-GB" b="1" u="sng" dirty="0"/>
              <a:t>Performance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94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7DDB7-28CE-4D4B-B545-D450B17B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505554"/>
            <a:ext cx="10515600" cy="1325563"/>
          </a:xfrm>
        </p:spPr>
        <p:txBody>
          <a:bodyPr/>
          <a:lstStyle/>
          <a:p>
            <a:r>
              <a:rPr lang="en-GB" dirty="0"/>
              <a:t>Critical Path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033ABA13-2E2E-454C-BF54-CF88E2AAFFAF}"/>
              </a:ext>
            </a:extLst>
          </p:cNvPr>
          <p:cNvSpPr/>
          <p:nvPr/>
        </p:nvSpPr>
        <p:spPr>
          <a:xfrm>
            <a:off x="137160" y="2672080"/>
            <a:ext cx="1402080" cy="1239520"/>
          </a:xfrm>
          <a:prstGeom prst="homePlate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FDD17DC1-7D36-45DA-8341-DF23B096B67C}"/>
              </a:ext>
            </a:extLst>
          </p:cNvPr>
          <p:cNvSpPr/>
          <p:nvPr/>
        </p:nvSpPr>
        <p:spPr>
          <a:xfrm>
            <a:off x="13055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20CE450E-48B9-4AA5-9E04-26785BA652B6}"/>
              </a:ext>
            </a:extLst>
          </p:cNvPr>
          <p:cNvSpPr/>
          <p:nvPr/>
        </p:nvSpPr>
        <p:spPr>
          <a:xfrm>
            <a:off x="24739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6358F95-230D-490F-B524-1B10F728EF77}"/>
              </a:ext>
            </a:extLst>
          </p:cNvPr>
          <p:cNvSpPr/>
          <p:nvPr/>
        </p:nvSpPr>
        <p:spPr>
          <a:xfrm>
            <a:off x="364236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8F9957A9-2BB8-4750-8762-A75949A627A1}"/>
              </a:ext>
            </a:extLst>
          </p:cNvPr>
          <p:cNvSpPr/>
          <p:nvPr/>
        </p:nvSpPr>
        <p:spPr>
          <a:xfrm>
            <a:off x="481584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37BD736-E4AD-4B91-AC79-D243C3812A3D}"/>
              </a:ext>
            </a:extLst>
          </p:cNvPr>
          <p:cNvSpPr/>
          <p:nvPr/>
        </p:nvSpPr>
        <p:spPr>
          <a:xfrm>
            <a:off x="59740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A185D16B-DF86-4EDD-AA7E-F1C649D33A4E}"/>
              </a:ext>
            </a:extLst>
          </p:cNvPr>
          <p:cNvSpPr/>
          <p:nvPr/>
        </p:nvSpPr>
        <p:spPr>
          <a:xfrm>
            <a:off x="71424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847AEEB3-0810-4848-B7AD-1C8FE612276A}"/>
              </a:ext>
            </a:extLst>
          </p:cNvPr>
          <p:cNvSpPr/>
          <p:nvPr/>
        </p:nvSpPr>
        <p:spPr>
          <a:xfrm>
            <a:off x="83108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35C36CAB-E85B-4AED-BB0E-DD63D687C888}"/>
              </a:ext>
            </a:extLst>
          </p:cNvPr>
          <p:cNvSpPr/>
          <p:nvPr/>
        </p:nvSpPr>
        <p:spPr>
          <a:xfrm>
            <a:off x="94792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08111D40-1DE8-4E43-B7F0-66694AFFA275}"/>
              </a:ext>
            </a:extLst>
          </p:cNvPr>
          <p:cNvSpPr/>
          <p:nvPr/>
        </p:nvSpPr>
        <p:spPr>
          <a:xfrm>
            <a:off x="10647680" y="2672080"/>
            <a:ext cx="1402080" cy="1239520"/>
          </a:xfrm>
          <a:prstGeom prst="chevron">
            <a:avLst>
              <a:gd name="adj" fmla="val 2786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642A8-23BD-4C81-99E1-D8A7D0C786BD}"/>
              </a:ext>
            </a:extLst>
          </p:cNvPr>
          <p:cNvSpPr txBox="1"/>
          <p:nvPr/>
        </p:nvSpPr>
        <p:spPr>
          <a:xfrm>
            <a:off x="10988040" y="3137951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Onwards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10757C-29F7-439A-82AA-45CDE627CD2D}"/>
              </a:ext>
            </a:extLst>
          </p:cNvPr>
          <p:cNvSpPr txBox="1"/>
          <p:nvPr/>
        </p:nvSpPr>
        <p:spPr>
          <a:xfrm>
            <a:off x="48260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Mandate from IIG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F8F682-CB62-46D4-8A6E-4330D4FBE51C}"/>
              </a:ext>
            </a:extLst>
          </p:cNvPr>
          <p:cNvSpPr txBox="1"/>
          <p:nvPr/>
        </p:nvSpPr>
        <p:spPr>
          <a:xfrm>
            <a:off x="164084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Galvanise Workforce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F6995-8699-48FB-B1F6-598A1C520F2D}"/>
              </a:ext>
            </a:extLst>
          </p:cNvPr>
          <p:cNvSpPr txBox="1"/>
          <p:nvPr/>
        </p:nvSpPr>
        <p:spPr>
          <a:xfrm>
            <a:off x="2804160" y="3014264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Commercial Plan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7F5598-AE35-4890-AC4C-03E64A409959}"/>
              </a:ext>
            </a:extLst>
          </p:cNvPr>
          <p:cNvSpPr txBox="1"/>
          <p:nvPr/>
        </p:nvSpPr>
        <p:spPr>
          <a:xfrm>
            <a:off x="3972560" y="3013501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Military Buy Decision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152B49-990F-4B49-A1B9-4B84C95C9BAA}"/>
              </a:ext>
            </a:extLst>
          </p:cNvPr>
          <p:cNvSpPr txBox="1"/>
          <p:nvPr/>
        </p:nvSpPr>
        <p:spPr>
          <a:xfrm>
            <a:off x="6314440" y="3121223"/>
            <a:ext cx="10617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Infra. Plan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9852C4-D48C-4A9D-B196-E1072C3DEF70}"/>
              </a:ext>
            </a:extLst>
          </p:cNvPr>
          <p:cNvSpPr txBox="1"/>
          <p:nvPr/>
        </p:nvSpPr>
        <p:spPr>
          <a:xfrm>
            <a:off x="749300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Federate Capability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C3912D-613A-4674-AA5C-E2979D06BE1E}"/>
              </a:ext>
            </a:extLst>
          </p:cNvPr>
          <p:cNvSpPr txBox="1"/>
          <p:nvPr/>
        </p:nvSpPr>
        <p:spPr>
          <a:xfrm>
            <a:off x="8651240" y="2905779"/>
            <a:ext cx="10617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Develop Harmonise Capability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AC13D-A555-4A21-BD45-42052352050F}"/>
              </a:ext>
            </a:extLst>
          </p:cNvPr>
          <p:cNvSpPr txBox="1"/>
          <p:nvPr/>
        </p:nvSpPr>
        <p:spPr>
          <a:xfrm>
            <a:off x="9809480" y="3034862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Optimise Org. Culture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44145-50A4-42D4-93D7-9500AB5A4666}"/>
              </a:ext>
            </a:extLst>
          </p:cNvPr>
          <p:cNvSpPr txBox="1"/>
          <p:nvPr/>
        </p:nvSpPr>
        <p:spPr>
          <a:xfrm>
            <a:off x="5140960" y="3036369"/>
            <a:ext cx="1061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Cashflow Plan</a:t>
            </a:r>
          </a:p>
        </p:txBody>
      </p:sp>
    </p:spTree>
    <p:extLst>
      <p:ext uri="{BB962C8B-B14F-4D97-AF65-F5344CB8AC3E}">
        <p14:creationId xmlns:p14="http://schemas.microsoft.com/office/powerpoint/2010/main" val="3178841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315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Path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Sinyangwe</dc:creator>
  <cp:lastModifiedBy>Michael Sinyangwe</cp:lastModifiedBy>
  <cp:revision>54</cp:revision>
  <dcterms:created xsi:type="dcterms:W3CDTF">2019-08-12T11:27:42Z</dcterms:created>
  <dcterms:modified xsi:type="dcterms:W3CDTF">2026-06-09T00:23:48Z</dcterms:modified>
</cp:coreProperties>
</file>